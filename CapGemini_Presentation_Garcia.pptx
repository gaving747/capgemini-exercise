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412E2F8-095C-8179-6355-2350A223F8B3}" v="1708" dt="2026-06-05T18:35:18.8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2629" y="1371600"/>
            <a:ext cx="5935540" cy="2696866"/>
          </a:xfrm>
        </p:spPr>
        <p:txBody>
          <a:bodyPr anchor="t">
            <a:normAutofit/>
          </a:bodyPr>
          <a:lstStyle>
            <a:lvl1pPr algn="l"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2629" y="4584879"/>
            <a:ext cx="593554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7098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457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9" y="1709738"/>
            <a:ext cx="9214884" cy="3159974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686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4400" y="2849526"/>
            <a:ext cx="5105400" cy="3210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849526"/>
            <a:ext cx="5105400" cy="3210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423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371599"/>
            <a:ext cx="10442760" cy="93975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628" y="2311353"/>
            <a:ext cx="5084947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2628" y="3006725"/>
            <a:ext cx="5084947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311353"/>
            <a:ext cx="5183188" cy="695372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006725"/>
            <a:ext cx="5183188" cy="31829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9475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1525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373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910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628" y="1463038"/>
            <a:ext cx="3859397" cy="147154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12628" y="2934586"/>
            <a:ext cx="3859397" cy="29344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51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457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98077" y="1401097"/>
            <a:ext cx="2155722" cy="4775865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01097"/>
            <a:ext cx="8232058" cy="477586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0085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371601"/>
            <a:ext cx="10363200" cy="118757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" y="2559171"/>
            <a:ext cx="10363200" cy="33826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1262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6/5/2026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990600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8216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  <p15:guide id="5" pos="576">
          <p15:clr>
            <a:srgbClr val="F26B43"/>
          </p15:clr>
        </p15:guide>
        <p15:guide id="6" orient="horz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Option 1 Program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By Gavin Garcia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4877F-8292-69D1-50EC-0021D0A7C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Polymorphism 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DDE1F-C392-7515-DB7A-D0BE0DC91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 regular </a:t>
            </a:r>
            <a:r>
              <a:rPr lang="en-US" dirty="0" err="1"/>
              <a:t>TreeMap</a:t>
            </a:r>
            <a:r>
              <a:rPr lang="en-US" dirty="0"/>
              <a:t> can hold &lt;key, value&gt;</a:t>
            </a:r>
          </a:p>
          <a:p>
            <a:r>
              <a:rPr lang="en-US" dirty="0"/>
              <a:t>I would need &lt;key, value or </a:t>
            </a:r>
            <a:r>
              <a:rPr lang="en-US" dirty="0" err="1"/>
              <a:t>otherValue</a:t>
            </a:r>
            <a:r>
              <a:rPr lang="en-US" dirty="0"/>
              <a:t>&gt; </a:t>
            </a:r>
          </a:p>
          <a:p>
            <a:r>
              <a:rPr lang="en-US"/>
              <a:t>Polymorphism can fix this</a:t>
            </a:r>
            <a:endParaRPr lang="en-US" dirty="0"/>
          </a:p>
          <a:p>
            <a:r>
              <a:rPr lang="en-US" dirty="0"/>
              <a:t>private Map&lt;String, </a:t>
            </a:r>
            <a:r>
              <a:rPr lang="en-US" dirty="0" err="1"/>
              <a:t>DirectoryPiece</a:t>
            </a:r>
            <a:r>
              <a:rPr lang="en-US" dirty="0"/>
              <a:t>&gt; directory = new </a:t>
            </a:r>
            <a:r>
              <a:rPr lang="en-US" dirty="0" err="1"/>
              <a:t>TreeMap</a:t>
            </a:r>
            <a:r>
              <a:rPr lang="en-US" dirty="0"/>
              <a:t>&lt;&gt;();</a:t>
            </a:r>
          </a:p>
          <a:p>
            <a:r>
              <a:rPr lang="en-US" dirty="0" err="1"/>
              <a:t>DirectoryPiece</a:t>
            </a:r>
            <a:r>
              <a:rPr lang="en-US" dirty="0"/>
              <a:t> is an abstract class</a:t>
            </a:r>
          </a:p>
          <a:p>
            <a:r>
              <a:rPr lang="en-US"/>
              <a:t>Both the File class and Folder class use it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BD74A-BA94-5CAC-81A2-1569B5FC2A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91D99-EBB9-45C7-BE83-E3F8A183F5E5}" type="datetime1">
              <a:t>6/5/2026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D70AF-1FC5-F7FA-8A8E-73E724F6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C665E-9A86-6180-3980-798319342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4637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7FBC0-CFF5-D518-D82D-2B94F5B38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Do I Store Everything?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A28A5-4A84-7AE0-4AA7-579E0C4F2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private Map&lt;String, </a:t>
            </a:r>
            <a:r>
              <a:rPr lang="en-US" dirty="0" err="1"/>
              <a:t>DirectoryPiece</a:t>
            </a:r>
            <a:r>
              <a:rPr lang="en-US" dirty="0"/>
              <a:t>&gt; directory = new </a:t>
            </a:r>
            <a:r>
              <a:rPr lang="en-US" dirty="0" err="1"/>
              <a:t>TreeMap</a:t>
            </a:r>
            <a:r>
              <a:rPr lang="en-US" dirty="0"/>
              <a:t>&lt;&gt;();</a:t>
            </a:r>
          </a:p>
          <a:p>
            <a:r>
              <a:rPr lang="en-US"/>
              <a:t>Would like to have files presented alphabetically</a:t>
            </a:r>
            <a:endParaRPr lang="en-US" dirty="0"/>
          </a:p>
          <a:p>
            <a:r>
              <a:rPr lang="en-US"/>
              <a:t>Fast look up time</a:t>
            </a:r>
          </a:p>
          <a:p>
            <a:r>
              <a:rPr lang="en-US"/>
              <a:t>Does not allow duplicate names</a:t>
            </a:r>
          </a:p>
          <a:p>
            <a:r>
              <a:rPr lang="en-US"/>
              <a:t>Easy to work with</a:t>
            </a:r>
            <a:endParaRPr lang="en-US" dirty="0"/>
          </a:p>
          <a:p>
            <a:r>
              <a:rPr lang="en-US" dirty="0"/>
              <a:t>I went with a </a:t>
            </a:r>
            <a:r>
              <a:rPr lang="en-US" dirty="0" err="1"/>
              <a:t>TreeMap</a:t>
            </a:r>
            <a:endParaRPr lang="en-US"/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Grandview Display"/>
            </a:endParaRPr>
          </a:p>
          <a:p>
            <a:endParaRPr lang="en-US" dirty="0">
              <a:solidFill>
                <a:srgbClr val="000000"/>
              </a:solidFill>
              <a:latin typeface="Grandview Display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678EF-E6B4-742D-85B5-14107286C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2D1FB-5680-4FDB-BDA0-67915EDDC4D8}" type="datetime1">
              <a:t>6/5/2026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818BAB-A11A-7546-148B-67897A757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57D5A4-2D90-A473-97EE-B9003AC18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0787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8FACE-42E8-935E-55F6-28F590696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Three Classes</a:t>
            </a:r>
            <a:endParaRPr lang="en-US" dirty="0"/>
          </a:p>
        </p:txBody>
      </p:sp>
      <p:pic>
        <p:nvPicPr>
          <p:cNvPr id="7" name="Content Placeholder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E9000F1-93DB-D328-4C9F-FA4A4ED769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57862" y="240475"/>
            <a:ext cx="6067425" cy="319087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125F3-40B5-E666-65EE-46A34AD1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8A849-0126-4E4F-9953-CFE207B4D831}" type="datetime1">
              <a:t>6/5/2026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13CA18-5BCB-12D1-2317-47BA9784D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78F776-A02E-685C-72C5-7F89CC92B8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4</a:t>
            </a:fld>
            <a:endParaRPr lang="en-US" dirty="0"/>
          </a:p>
        </p:txBody>
      </p:sp>
      <p:pic>
        <p:nvPicPr>
          <p:cNvPr id="8" name="Picture 7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A3D9E906-AE4A-C5A1-A35A-D3669FD55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50" y="3505200"/>
            <a:ext cx="4924425" cy="3038475"/>
          </a:xfrm>
          <a:prstGeom prst="rect">
            <a:avLst/>
          </a:prstGeom>
        </p:spPr>
      </p:pic>
      <p:pic>
        <p:nvPicPr>
          <p:cNvPr id="9" name="Picture 8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C5696C7A-972D-C4E5-08BF-437DDEABFE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1163" y="3690938"/>
            <a:ext cx="6600825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74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4A97A-088E-CB82-A2C3-6B81263A9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LS Method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C9512-14B7-1771-2754-3858FB107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/>
              <a:t>Prints every folder/file in the map, not including subfiles/subfolders</a:t>
            </a:r>
          </a:p>
          <a:p>
            <a:r>
              <a:rPr lang="en-US"/>
              <a:t>Gets the key(name)</a:t>
            </a:r>
          </a:p>
          <a:p>
            <a:r>
              <a:rPr lang="en-US"/>
              <a:t>Gets the class of the value(object)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C9126-8A84-3047-4252-3B0493B34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043C3-A5CF-4638-A41D-3EEAB5026C10}" type="datetime1">
              <a:t>6/5/2026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49079-F256-F74C-4310-A423FF4E7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20BA5-5D44-8D4E-C946-5C8D6A150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5</a:t>
            </a:fld>
            <a:endParaRPr lang="en-US" dirty="0"/>
          </a:p>
        </p:txBody>
      </p:sp>
      <p:pic>
        <p:nvPicPr>
          <p:cNvPr id="8" name="Picture 7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925BBD5D-D31E-78AA-8A38-D02CEB56C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088" y="2590800"/>
            <a:ext cx="8505825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219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AAA23-8D0F-D2FC-D4D5-D618A9FFC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Size Method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1D21B-8832-51F9-AC78-6F0741022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DD697-4C70-4D6F-B3DD-8A6104001BE8}" type="datetime1">
              <a:t>6/5/2026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B1FC72-4856-9013-C8F3-2C32FE351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0162A-9296-06BD-AEA2-428858DC9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6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D0EB4F3-86FE-A736-FE98-532DF4EFFB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/>
              <a:t>Goes through each map in every object</a:t>
            </a:r>
          </a:p>
          <a:p>
            <a:r>
              <a:rPr lang="en-US"/>
              <a:t>If a folder is found, then call the method recursively for that folder</a:t>
            </a:r>
          </a:p>
          <a:p>
            <a:r>
              <a:rPr lang="en-US"/>
              <a:t>If a file is found, then add it to the total</a:t>
            </a:r>
            <a:endParaRPr lang="en-US" dirty="0"/>
          </a:p>
        </p:txBody>
      </p:sp>
      <p:pic>
        <p:nvPicPr>
          <p:cNvPr id="10" name="Picture 9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348BB421-E110-3C8C-8133-D863BE585E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73"/>
          <a:stretch>
            <a:fillRect/>
          </a:stretch>
        </p:blipFill>
        <p:spPr>
          <a:xfrm>
            <a:off x="5581650" y="376238"/>
            <a:ext cx="5695966" cy="3486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346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2DFDD-70BA-CD21-9939-00768B7B6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CD Method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73529A-6A2C-3C80-4E4F-DFDC18B41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D917A-D0D0-4370-B292-0B38EACFF17C}" type="datetime1">
              <a:t>6/5/2026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D4164-C93B-176F-E47D-5E221C1D5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0922C-7A5F-8D4E-AD64-F5B83116E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7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14CCAA-F7CC-7CAE-771D-B8055BF82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559171"/>
            <a:ext cx="10363200" cy="3658883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/>
              <a:t>Takes the given new file path, the current file path, and the root file</a:t>
            </a:r>
          </a:p>
          <a:p>
            <a:r>
              <a:rPr lang="en-US"/>
              <a:t>Keep track of original new file path and current file path values</a:t>
            </a:r>
            <a:endParaRPr lang="en-US" dirty="0"/>
          </a:p>
          <a:p>
            <a:r>
              <a:rPr lang="en-US"/>
              <a:t>Keep track of original directory</a:t>
            </a:r>
            <a:endParaRPr lang="en-US" dirty="0"/>
          </a:p>
          <a:p>
            <a:r>
              <a:rPr lang="en-US"/>
              <a:t>This checks if the new file path is just "/"</a:t>
            </a:r>
          </a:p>
          <a:p>
            <a:r>
              <a:rPr lang="en-US"/>
              <a:t>If so, then simply make the current directory the root and set the current file path to "/"</a:t>
            </a:r>
            <a:endParaRPr lang="en-US" dirty="0"/>
          </a:p>
        </p:txBody>
      </p:sp>
      <p:pic>
        <p:nvPicPr>
          <p:cNvPr id="10" name="Picture 9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3DD11238-BBCF-C74E-44CA-20E36A4B7D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8775" y="133350"/>
            <a:ext cx="5943600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383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9339D-6E3D-83B8-EF9D-027C37CDF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CD Method Continued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1F200-A608-A925-5869-DB7421191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E7027-7261-4B21-B5B9-F781DEAC53AD}" type="datetime1">
              <a:t>6/5/2026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A474FC-BD77-A8B5-35B8-CA66FA021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1812F6-0B64-B73F-1568-8C3D5C4FF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8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AB1435C-BC80-1F34-76BF-D38F9E5578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Splits the input file path</a:t>
            </a:r>
          </a:p>
          <a:p>
            <a:r>
              <a:rPr lang="en-US"/>
              <a:t>Checks if a specific child exists inside of a directory </a:t>
            </a:r>
            <a:endParaRPr lang="en-US" dirty="0"/>
          </a:p>
          <a:p>
            <a:r>
              <a:rPr lang="en-US"/>
              <a:t>Needs check if object is a file or folder(very important)</a:t>
            </a:r>
            <a:endParaRPr lang="en-US" dirty="0"/>
          </a:p>
          <a:p>
            <a:r>
              <a:rPr lang="en-US"/>
              <a:t>Only allows files if they are the last path segment</a:t>
            </a:r>
            <a:endParaRPr lang="en-US" dirty="0"/>
          </a:p>
          <a:p>
            <a:r>
              <a:rPr lang="en-US"/>
              <a:t>Repeatedly adds onto the path and updates directory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" name="Picture 9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201269C2-313D-7407-7624-22422EE661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8063" y="666750"/>
            <a:ext cx="4591050" cy="508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2198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395508-9B6E-56B5-72B7-F474A7B12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CD Method </a:t>
            </a:r>
            <a:r>
              <a:rPr lang="en-US"/>
              <a:t>Continued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18E303-7DC9-E814-AA9C-06C3D20A0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/>
              <a:t>If a file is the last path segment, then display the value and return the current directory</a:t>
            </a:r>
          </a:p>
          <a:p>
            <a:r>
              <a:rPr lang="en-US"/>
              <a:t>Otherwise just return the current directory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862245-59BB-40ED-5612-856A3D6CE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4EF8F-B0F1-4815-BFAA-5B861299E569}" type="datetime1">
              <a:t>6/5/2026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3BE05-20FC-1938-687D-4C77784E4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2F464-544C-9A42-0483-0A42C7313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9</a:t>
            </a:fld>
            <a:endParaRPr lang="en-US" dirty="0"/>
          </a:p>
        </p:txBody>
      </p:sp>
      <p:pic>
        <p:nvPicPr>
          <p:cNvPr id="7" name="Picture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E8554A13-7F08-B583-638F-17C9CE268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6125" y="2500313"/>
            <a:ext cx="5619750" cy="1857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0620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9B77B3-58DD-6016-E034-2C8907A0F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Data And 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96065-70C2-655E-FA35-D254B8012B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D5C78-52A5-4445-81AD-5A6905486B0D}" type="datetime1">
              <a:t>6/5/2026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AAC3A-D689-90A1-80F9-9A797D850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B99E9-FCF1-0280-7EDC-7A43938F2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10</a:t>
            </a:fld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8BCE7D0-320C-B2F9-150B-C9BF539B7C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Defines Scanner, path value, and gets commands</a:t>
            </a:r>
          </a:p>
          <a:p>
            <a:r>
              <a:rPr lang="en-US"/>
              <a:t>Root folder is created</a:t>
            </a:r>
            <a:endParaRPr lang="en-US" dirty="0"/>
          </a:p>
          <a:p>
            <a:r>
              <a:rPr lang="en-US" dirty="0" err="1"/>
              <a:t>addToDirectory</a:t>
            </a:r>
            <a:r>
              <a:rPr lang="en-US" dirty="0"/>
              <a:t>() method created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" name="Picture 9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04CCF92-3EEB-248F-9BAA-1F9995B496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84"/>
          <a:stretch>
            <a:fillRect/>
          </a:stretch>
        </p:blipFill>
        <p:spPr>
          <a:xfrm>
            <a:off x="6672263" y="271463"/>
            <a:ext cx="5200667" cy="608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8369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9344E-EE12-B1A0-2035-6992C5AC9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28601"/>
            <a:ext cx="10363200" cy="1187570"/>
          </a:xfrm>
        </p:spPr>
        <p:txBody>
          <a:bodyPr/>
          <a:lstStyle/>
          <a:p>
            <a:r>
              <a:rPr lang="en-US"/>
              <a:t>The Logic in Main</a:t>
            </a:r>
            <a:endParaRPr lang="en-US" dirty="0"/>
          </a:p>
        </p:txBody>
      </p:sp>
      <p:pic>
        <p:nvPicPr>
          <p:cNvPr id="7" name="Content Placeholder 6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289F6490-D465-A003-8F17-B6797C28FD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5787" y="1130421"/>
            <a:ext cx="7860523" cy="523050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06340-6659-C5CE-F8C1-024DBF270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0913E-5420-4182-927B-4407C14272A5}" type="datetime1">
              <a:t>6/5/2026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24D5A9-D6BC-1BCD-3525-B821CAC33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174C80-23FA-8EDC-579F-BFC9A4650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115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D8F1A-F234-2284-8F58-B1FE4DA7F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If I Were To Continue...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2C536-18B8-5A35-C56E-DBFA56104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Add the </a:t>
            </a:r>
            <a:r>
              <a:rPr lang="en-US" dirty="0" err="1"/>
              <a:t>addToDirectory</a:t>
            </a:r>
            <a:r>
              <a:rPr lang="en-US" dirty="0"/>
              <a:t> method to be useable in the command line</a:t>
            </a:r>
          </a:p>
          <a:p>
            <a:r>
              <a:rPr lang="en-US" dirty="0"/>
              <a:t>Create an edit option</a:t>
            </a:r>
          </a:p>
          <a:p>
            <a:r>
              <a:rPr lang="en-US" dirty="0"/>
              <a:t>Create a delete option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60FCC0-C941-2D4E-3CA9-8B31313C0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7E83A-BD84-412D-A4AD-082BEFBD7F7B}" type="datetime1">
              <a:t>6/5/2026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CBCF3-0477-FE0B-6808-D3ED63A2B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F4395-B9AC-A502-3264-B90DDC96B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0298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3349A-5A1F-BD95-3C2C-BEAD8D1E8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14822-134B-9703-54D0-63312F029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0A165-4258-3C1E-61E1-9D548B46D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2EEAB5-5F40-4F9F-BAB2-D99AD054F866}" type="datetime1">
              <a:t>6/5/2026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A321D-CE11-A4A8-38B6-86DA791DA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D461E-5F2C-4AFD-9BD5-34A5255A1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50301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DashVTI</vt:lpstr>
      <vt:lpstr>Option 1 Program</vt:lpstr>
      <vt:lpstr>Polymorphism </vt:lpstr>
      <vt:lpstr>How Do I Store Everything?</vt:lpstr>
      <vt:lpstr>The Three Classes</vt:lpstr>
      <vt:lpstr>The LS Method</vt:lpstr>
      <vt:lpstr>The Size Method</vt:lpstr>
      <vt:lpstr>The CD Method</vt:lpstr>
      <vt:lpstr>The CD Method Continued</vt:lpstr>
      <vt:lpstr>The CD Method Continued</vt:lpstr>
      <vt:lpstr>Test Data And Variables</vt:lpstr>
      <vt:lpstr>The Logic in Main</vt:lpstr>
      <vt:lpstr>If I Were To Continue...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285</cp:revision>
  <dcterms:created xsi:type="dcterms:W3CDTF">2026-06-05T17:03:45Z</dcterms:created>
  <dcterms:modified xsi:type="dcterms:W3CDTF">2026-06-05T19:39:43Z</dcterms:modified>
</cp:coreProperties>
</file>